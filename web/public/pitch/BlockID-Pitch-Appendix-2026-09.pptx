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only.
Answers: C8
Sources: docs/plans/g21-fi-upgrade-2026-09-20.md § 0 (four layers) and § 1 (baseline) | docs/ops/feature-inventory.md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only.
Answers: C5
Sources: web/src/lib/report-pipeline/dimension-owners.ts (titles, owners) | web/src/lib/svi-analysis.ts (EVIDENCE_CONFIDENCE) | web/src/lib/evidence/confidence-cap.ts (CAP_RULES_PLAIN) | docs/product/score-governance.md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only.
Answers: C5
Sources: web/src/lib/agents/cfo-valuation.ts | web/src/lib/au-comparable-raises.ts | web/src/lib/report-v2/schema.ts (inputs and assumptions, G19-S42) | docs/design/messaging.md § 10 (disclaimer sentence)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only.
Answers: C10
Sources: web/src/lib/site/legal-entity.ts | web/src/lib/valuation-certificate/types.ts (DATA_PRINCIPLE_SENTENCE) | docs/product/score-governance.md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only.
Answers: C8
Sources: web/src/lib/report-pipeline/version.ts | web/src/lib/audit/chain-verify.ts | docs/ops/db-migrations.md | web/src/lib/i18n/messages/en.json (methodology.provenance.p1 / p2)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set by layer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 the product is built on — what is live today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L1–L4 (the G21 upgrade plan § 0)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835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holds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surfaces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35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Business identity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business profile — ABN / ACN lookup, domain check, verification levels L0–L5, BlockID Verified badge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/business-id · /id/[slug] · verification level on every report cover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5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Evidence graph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separated from evidence — origin, verification level, reviewer approval, expiry, hash-chained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upload · connectors (Stripe, Xero, GitHub, GA4) · reviewer queue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835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Assessment engine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Startup Value Index — eight dimensions, each with score, weight, confidence, evidence, missing items, benchmark and next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/analyze · Trusted Business Report · score ledger · valuation range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5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 Decision and progress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BlockID Dossier, BlockID Cohort (intake link, batch scoring, cohort table, CSV), sponsor / LP report, feedback letters, decision log,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/workspace/evaluations · /workspace/accelerator · /apply/[slug] · Evaluator API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1/5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at blockid.au/methodology and blockid.au/methodology/governance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dimensions (dimension-owners.ts) — weights are fixed per methodology version and shown to authenticated evaluators inside every report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2206561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lens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FTV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&amp; Team Value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MPC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Pull &amp; Category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PTD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&amp; Tech Depth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Traction &amp; Revenue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Capital &amp; Governance Health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IRI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Investor Readiness Index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&amp; Compliance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Vision &amp; Moat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227386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ladder (svi-analysis.ts EVIDENCE_CONFIDENCE) — who may set each level is capped by origin</a:t>
            </a:r>
            <a:endParaRPr lang="en-US" sz="11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483418"/>
          <a:ext cx="11247120" cy="1716214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self_declared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public_url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text with a public link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document_uploaded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upload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connected_source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transaction_data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connector (source of record)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51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third_party_verified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BlockID reviewer, audit-logged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2/5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approach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range with its method on the page — information, not advice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the CFO module runs (lib/agents/cfo-valuation.ts) — the report shows the inputs and assumptions table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Applies when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reader sees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Scorecard / stage anchors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Pre-revenue — anchored on Australian stage medians, adjusted by dimension scores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range, the anchor used and the adjustments, labelled pre-revenue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multiples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evidence at connected-source level or better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band, the revenue figure and its verification level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Comparable raises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Curated Australian comparables at the same stage and sector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comparables used and how far the company sits from them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Discounted cash flow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Projections supplied with assumptions the reader can change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assumptions table, the sensitivity and the resulting range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Disagreement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the methods disagree and why — the range is honest about 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3/5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identity and data ownership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entity on every page, invoice, PDF and JSON-LD block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lib/site/legal-entity.ts is the one source; legal-entity.test.ts fails on stray literals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Enforced by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 of record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Auschain PTY LTD · ACN 659 615 111 · ABN 79 659 615 111 · Sydney NSW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LEGAL_ENTITY.operator — invoices, GST, Stripe merchant, privacy and terms 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ownership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data belongs to your startup. Consent tiers control who sees what.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DATA_PRINCIPLE_SENTENCE — consent scope honoured on every evaluator read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verification L0–L5; evidence levels capped by origin; reviewer approvals audit-logged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level-engine.ts · confidence-cap.ts · audit chain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disclaimer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Scores and valuation ranges are information, not financial, legal or investment advice.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docs/design/messaging.md § 10 on every report and PDF cover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964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Founder flags → logged → new report version; overrides never silent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docs/product/score-governance.md § 9–10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4/5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score, narrative by model, everything recorded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(report-pipeline/*) — the score never touches a language model; narrative chapters record the model that produced them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47672"/>
          <a:ext cx="11247120" cy="4178808"/>
        </p:xfrm>
        <a:graphic>
          <a:graphicData uri="http://schemas.openxmlformats.org/drawingml/2006/table">
            <a:tbl>
              <a:tblPr/>
              <a:tblGrid>
                <a:gridCol w="3749040"/>
                <a:gridCol w="3749040"/>
                <a:gridCol w="3749040"/>
              </a:tblGrid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Provenance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Intake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Form, deck, website or business identifier → structured evidence 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 and verification level stored per row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 engine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Startup Value Index — eight dimensions, ledger, confidence, verification multiplier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SVI_VERSION stored on every snapshot and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Narrative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Specialised analysis per dimension, then an auditor pass for grounding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per chapter, auditor stamp, uncited-statement count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Append-only, hash-chained log of every mutating call; nightly re-verification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audit_chain status on /status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Self-hosted Postgres with row-level security; projects-only foreign keys; founder-consent scope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ledger; weekly restore drill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697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report, PDF, DOCX, share links, Evaluator API, cohort CSV, sponsor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keeps the versions it was produced with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BlockID — Auschain PTY LTD (ACN 659 615 111, ABN 79 659 615 111) | Confidential</a:t>
            </a:r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5/5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Auschain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BlockID — evidence-backed startup assessment infrastructure — deck v4</dc:title>
  <dc:subject>BlockID — Appendix — reference material — not part of the ask pitch deck vA4</dc:subject>
  <dc:creator>Do Van Long — BlockID (Auschain PTY LTD)</dc:creator>
  <cp:lastModifiedBy>Do Van Long — BlockID (Auschain PTY LTD)</cp:lastModifiedBy>
  <cp:revision>1</cp:revision>
  <dcterms:created xsi:type="dcterms:W3CDTF">2026-09-20T14:03:47Z</dcterms:created>
  <dcterms:modified xsi:type="dcterms:W3CDTF">2026-09-20T14:03:47Z</dcterms:modified>
</cp:coreProperties>
</file>