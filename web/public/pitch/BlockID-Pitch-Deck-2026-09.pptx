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A$ (pilot one-off; programs per year)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A$ (pilot one-off; programs per year)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Pilot ≤ 25 applicants (one-off)</c:v>
                  </c:pt>
                  <c:pt idx="1">
                    <c:v>Pilot ≤ 50 applicants (one-off)</c:v>
                  </c:pt>
                  <c:pt idx="2">
                    <c:v>Cohort 25 (per year)</c:v>
                  </c:pt>
                  <c:pt idx="3">
                    <c:v>Cohort 100 (per year)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1500</c:v>
                </c:pt>
                <c:pt idx="1">
                  <c:v>2500</c:v>
                </c:pt>
                <c:pt idx="2">
                  <c:v>5000</c:v>
                </c:pt>
                <c:pt idx="3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Startup screening is inconsistent, and BlockID makes every company comparable on the same evidence.
Answers: C1, C7
Sources: docs/plans/g21-fi-upgrade-2026-09-20.md § 0 (positioning, three messages, one-liner) | docs/design/messaging.md § 4b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program reads different inputs with a private rubric, and the founders it passes on learn nothing.
Answers: C1, C7
Sources: docs/plans/g21-fi-upgrade-2026-09-20.md § 2 P0-B (problem section — Different inputs → Subjective review → Weak feedback) | docs/plans/evaluator-traction-2026-09-10.md § 2 (screening load per cycle; reading time per deck)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application goes in, structured evidence comes out, and every company lands on the same index, dossier and cohort table.
Answers: C8, C4
Sources: docs/plans/g21-fi-upgrade-2026-09-20.md § 0 (four layers L1–L4; naming architecture) | web/src/lib/report-pipeline/dimension-owners.ts (the eight dimensions the index scores) | web/src/lib/evidence/confidence-cap.ts (verification levels by origin)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assessed ourselves in public, with the same pipeline every founder gets, and left the gaps visible.
Answers: C5, C4
Sources: web/src/app/showcase/blockid/report/page.tsx (public BlockID Trusted Business Report, G19-S46) | web/src/lib/report-v2/schema.ts (score ledger; unassessed = pending, G19-S41) | web/src/lib/showcase/blockid-report.ts (newest stored ReportV2 on the canonical project)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Programs with repeated intake pay first; investors follow; and the founder always owns the record.
Answers: C2, C3, C10
Sources: docs/plans/g21-fi-upgrade-2026-09-20.md § 0 (primary buyer = organisations with repeated intake volume; founders = data owner) | web/src/lib/valuation-certificate/types.ts (DATA_PRINCIPLE_SENTENCE — consent tiers) | docs/design/messaging.md § 4b (buyer order)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program pays fifteen hundred dollars to assess one live cohort. When the pilot proves itself, it converts to an annual subscription.
Answers: C2, C3
Sources: docs/plans/g21-fi-upgrade-2026-09-20.md § P0-C (pilot SKUs A$1,500 / A$2,500 inc. GST, one-off) and § 5 F-3 (ladder unchanged) | web/src/config/pricing/plans.csv (accelerator_starter 500000 / accelerator_growth 1500000 annual cents; founder_starter 2900; founder_growth 6900) | docs/ops/pricing-truth.md (sold ladder G18)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chatbot analyses what you paste; we keep a structured record and apply one method across every company and every point in time.
Answers: C4, C5
Sources: docs/plans/g21-fi-upgrade-2026-09-20.md § 0 (moat = evidence + methodology + verification + comparability + longitudinal history + institutional workflow) | web/src/lib/audit/chain-verify.ts (hash-chained audit trail) | docs/product/score-governance.md (versioning, benchmark rules, human review, corrections)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proven is the product and the method; what the paid pilots will measure is the time saved and the agreement gained.
Answers: C9, C6
Sources: web/content/claims-register.json (svi-eight-dimensions, free-score-sixty-seconds, first-analysis-delivery — proven / observed rows only) | docs/design/public-claims-policy.md § 3 rule 8 | memory feedback_accelerator_pitch_rules.md (confirmed credentials FI / Spacecubed AI Fellowship / NVIDIA Inception)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the method in my doctoral research and the product with my own hands; the next seat is the person who sells it to programs.
Answers: C6
Sources: docs/plans/g14-investor-feedback-2026-09-16.md (doctoral-research wording rule; commercial co-founder priority) | memory feedback_accelerator_pitch_rules.md (credentials; co-founder = active priority)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us to one program with an intake this quarter; we will assess the cohort, and publish what the pilot measured.
Answers: C2, C9
Sources: docs/plans/g21-fi-upgrade-2026-09-20.md § 0 (validation = real payment; wedge = one paid cohort pilot) and § P0-C (pilot caps 25 / 50) | docs/design/messaging.md § 4b (three messages)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screening is inconsistent. BlockID makes every company comparable.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startup assessment infrastructure for accelerators, programs and professional evaluators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faster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application lands on the same evidence-backed framework, so the first pass takes minutes, not a weekend.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2608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evidence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labelled by how it was verified; the methodology version and the audit trail are public.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16052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improvement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company is re-assessed over time, so programs and sponsors see movement, not a snapshot.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helps accelerators and startup programs screen companies consistently by converting founder submissions and company evidence into one comparable, evidence-backed startup assessment.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1/10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was not designed to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failures every program lives with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inputs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Decks, forms, spreadsheets and links — no two applications describe a company the same way.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9194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482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review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482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reviewer applies a private rubric; scores do not compare across reviewers or across intakes.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feedback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who are passed on hear nothing specific, so the same company comes back unchanged next round.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194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482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482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hours spent restructuring inputs instead of judging companies; decisions that cannot be audited later.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inputs — every application describes the company differently.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review — private rubrics; scores never compare.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feedback — founders return with the same gaps.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2/10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→ evidence → index → dossier → cohort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methodology applied to every company and every point in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213360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40280"/>
            <a:ext cx="213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application (form, deck, website, business ID)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9080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10840" y="2240280"/>
            <a:ext cx="213360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0840" y="2240280"/>
            <a:ext cx="213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extracted and labelled by verification level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4444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64480" y="2240280"/>
            <a:ext cx="213360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4480" y="2240280"/>
            <a:ext cx="213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with confidence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31280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64480" y="4526280"/>
            <a:ext cx="213360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4480" y="4526280"/>
            <a:ext cx="213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Dossier for the evaluator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504444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10840" y="4526280"/>
            <a:ext cx="213360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0840" y="4526280"/>
            <a:ext cx="213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Cohort — every applicant side by side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259080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4526280"/>
            <a:ext cx="213360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26280"/>
            <a:ext cx="213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over time — the same company re-assessed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1524000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55778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every verdict sends reasons back, and the founder can re-score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in: form, deck, website or business identifier.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Out: an index with confidence, a dossier per company, a cohort table.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Re-assessed over time — improvement is visible, not assumed.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3/10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company, assessed in public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BlockID's own report, produced by the same pipeline every founder gets — blockid.au/showcase/blockid/report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ledger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of the index is accounted for — base, dimension adjustments, stage, risk, sector — nothing hidden in a prompt.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9194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482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per dimension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482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eight dimensions shows the evidence it rests on and how that evidence was verified.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marked pending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not be assessed is labelled pending with the evidence that would close it — never scored as zero, never guessed.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194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482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range, with the method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482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pre-revenue range with the inputs and assumptions on the page, so a reviewer can disagree with a number, not a mood.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publish our own assessment — the same pipeline, no special treatment.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is a ledger; every claim carries its verification level.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are labelled pending, with the evidence that would close them.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4/10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first. Investors second. Founders own the data.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pays, who benefits, who owns what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Accelerators &amp; programs — primary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intake volume, a selection committee and sponsors to report to. They pay for consistency and a defensible record.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9194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482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— secondary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482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 groups, syndicates and funds standardise the first-pass review before human investment judgement begins.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— data owners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owns its record, controls disclosure by consent tier, sees what an evaluator can verify and what to improve.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buyer: organisations that screen startups repeatedly — accelerators, incubators, universities, innovation programs.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investors standardising the first pass; diligence stays human.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own their data and choose who sees what.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5/10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pilot → annual program → institutional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with real payment — the founder ladder stays free-first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040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03520"/>
            <a:ext cx="7040880" cy="640080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3035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Founders: Free · Starter A$29 a month · Growth A$69 a month — the participant, not the anchor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Wedge: Cohort Validation Pilot — A$1,500 (≤ 25 applicants) or A$2,500 (≤ 50).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Cohort 25 at A$5K a year, Cohort 100 at A$15K a year; institutional expansion after.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Founders: Free, Starter A$29, Growth A$69 a month — secondary revenue.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6/10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BlockID: evidence, audit, benchmark, history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the flywheel — evidence, method, verification, comparability, history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programs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7739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9743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743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startups assessed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1762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3766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766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structured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5785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7789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789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longitudinal outcomes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37985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7789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789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benchmarks and calibration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565785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3766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766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useful assessments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381762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9743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743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evaluator trust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V="1">
            <a:off x="3057525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" y="55778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every verdict sends reasons back, and the founder can re-score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every claim labelled claimed, evidence-backed, verified or conflicting.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method: hash-chained trail, public methodology version, human review logged.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and history: comparable companies, re-assessed over time — a chatbot keeps none of it.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7/10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proven, what is observed, what pilots will measure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here is classified in the public claims register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 on production with billing; eight dimensions checked against the evidence; hash-chained audit trail; methodology version published with a governance page.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9194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482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482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score on screen in about 60 seconds; the written report delivered in 1 to 3 minutes on production runs.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Institute · Spacecubed AI Fellowship · NVIDIA Inception.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194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482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pilots will measure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482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first-pass screening time, agreement between evaluators on the same cohort, and founder improvement between assessments.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Proven: live product, billing, eight dimensions, audit trail, published methodology.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Observed: first score in about 60 seconds; report in 1 to 3 minutes.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pilots will measure screening time, evaluator agreement and founder improvement.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8/10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researcher who ships, and the seat this milestone fills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advantage — method from doctoral research, product built and shipped, the commercial co-founder search active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— Do Van Long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shipped the platform end to end; runs the assessments, the pipeline and the governance himself.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9194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482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482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the founder's doctoral research on startup valuation — a fixed rubric with an evidence ladder, not a prompt.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Institute · Spacecubed AI Fellowship · NVIDIA Inception.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194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482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seat — commercial co-founder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482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 to programs and evaluators; the search is active and is the priority hire.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 — founder; method grounded in doctoral research on startup valuation.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Institute · Spacecubed AI Fellowship · NVIDIA Inception.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seat: commercial co-founder for program and evaluator sales — active search.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9/10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milestone: one paying cohort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asking this room for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paying to assess a live cohort — the milestone that validates the wedge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7764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25–50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25196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in a Cohort Validation Pilot (A$1,500 / A$2,500)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074920"/>
            <a:ext cx="222504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7492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faster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65120" y="5074920"/>
            <a:ext cx="222504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5120" y="507492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73040" y="5074920"/>
            <a:ext cx="222504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3040" y="507492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improvement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an introduction to one program running an intake this quarter.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Offer: a paid Cohort Validation Pilot — up to 25 or 50 applicants, assessed on one framework, with a cohort report.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we publish what the pilot measured — screening time, agreement, improvement.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10/10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Auschain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BlockID — evidence-backed startup assessment infrastructure — deck v4</dc:title>
  <dc:subject>BlockID — One organisation paying to assess a live cohort pitch deck v4.0</dc:subject>
  <dc:creator>Do Van Long — BlockID (Auschain PTY LTD)</dc:creator>
  <cp:lastModifiedBy>Do Van Long — BlockID (Auschain PTY LTD)</cp:lastModifiedBy>
  <cp:revision>1</cp:revision>
  <dcterms:created xsi:type="dcterms:W3CDTF">2026-09-20T14:03:43Z</dcterms:created>
  <dcterms:modified xsi:type="dcterms:W3CDTF">2026-09-20T14:03:43Z</dcterms:modified>
</cp:coreProperties>
</file>