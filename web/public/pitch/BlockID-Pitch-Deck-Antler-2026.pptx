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41148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Exit. One Platform.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startup valuation and ownership platform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389120" y="384048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/>
        </p:spPr>
      </p:sp>
      <p:sp>
        <p:nvSpPr>
          <p:cNvPr id="6" name="Text 3"/>
          <p:cNvSpPr/>
          <p:nvPr/>
        </p:nvSpPr>
        <p:spPr>
          <a:xfrm>
            <a:off x="4389120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26480" y="384048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3840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Auschain PTY LTD | ACN 659 615 111 | blockid.au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Van Long — Founder &amp; CEO | linkedin.com/in/dovanlong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BlockID.au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   1/12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of Startups Fail. The Valuation Black Hole is Why.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make critical decisions with no data — and pay A$5K-$50K for manual valuations that take weeks.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 fail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(Failory 2026)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201168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194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3291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fail in 3 years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(ABS 2025)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194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3291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out of cash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(CB Insights)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201168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194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61120" y="3291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valuation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(2-6 weeks)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BlockID.au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 2/12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$252B Invested in AI — But 90% of AI Startups Fail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ideas at unprecedented speed, but cannot build sustainable businesses.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$97B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startup funding 2024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(Second Talent)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0" y="21031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$252B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389120" y="3383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AI investment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(Stanford HAI 2025)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0" y="21031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863840" y="3383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startups fail in 18mo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(AI4SP)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457200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$252B Problem: Investment Without Validation — BlockID bridges the gap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BlockID.au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   3/12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BlockID.au — AI-Powered Startup Intelligence, Instantly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Value Index (SVI)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startup valuation report in 60 seconds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8-dimension scoring: Team, Market, Product, Traction, Cap Table, Investor Readiness, Legal, Moat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Unlimited depth for paid reports — from scans to consultant-grade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5303520" cy="16459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49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Vault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 GitHub, Stripe, Analytics — score updates in real-time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Confidence grows from 20% → 75%+ with verified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Free Tools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Equity Split Calculator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Dilution Modeller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 Table Manager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Term Sheet AI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Room Builder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R&amp;D Tax Calculator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ESIC Eligibility Checker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Funding Plan Generator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Co-Founder Match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Investor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38912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43891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Entire Startup Lifecycle. From Idea to Exit.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BlockID.au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 4/12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Intelligence in 60 Seconds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2103120" cy="320040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Details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URL, text,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documents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2103120" cy="320040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2377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834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dimensions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tech audit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 sec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2103120" cy="320040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Scores, gaps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1371600"/>
            <a:ext cx="2103120" cy="320040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69480" y="2377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Evidence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9480" y="2834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Stripe,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01200" y="1371600"/>
            <a:ext cx="2103120" cy="320040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3272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103327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601200" y="2377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&amp; Fundraise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0" y="2834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table,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room, investors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371600" y="4937760"/>
            <a:ext cx="914400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4937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AI Providers (Claude, GPT, Gemini + 3 fallbacks) — 99.9% uptime with auto-failover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BlockID.au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 5/12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A$15B Ecosystem. 2,600+ Startups. Zero Unified Platform.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97280" y="1463040"/>
            <a:ext cx="4114800" cy="4114800"/>
          </a:xfrm>
          <a:prstGeom prst="ellips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45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</a:rPr>
              <a:t>TAM: $4.4T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</a:rPr>
              <a:t>Global Startup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</a:rPr>
              <a:t>Ecosystem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2560320"/>
            <a:ext cx="2743200" cy="2743200"/>
          </a:xfrm>
          <a:prstGeom prst="ellips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743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SAM: $3.2B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Cap Table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Valuation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3383280"/>
            <a:ext cx="1645920" cy="1645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3566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A$250K Y1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508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AU startups (Startup Genome)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9718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83680" y="3474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Accelerators &amp; incubators (StartupAus)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438912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4348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83680" y="4937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 investors (AAAI)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5486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Expansion: Australia → NZ → APAC → Global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BlockID.au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   6/12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Free. Expand Paid. Grow with Founders.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0"/>
            <a:ext cx="265176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 score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tools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28016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50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A$49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2468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credits lifetime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vault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table tools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sheet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28016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A$99/mo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468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credits/month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reports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room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06840" y="128016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1280160"/>
            <a:ext cx="265176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900684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0684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89720" y="2468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dashboard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CSM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65760" y="5212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Free-to-paid target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4663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246120" y="5212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churn target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4663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A$250K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26480" y="5212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ARR target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06840" y="4663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A$5M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006840" y="5212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ARR target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BlockID.au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 7/12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Product. Real Users. Growing Fast.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BlockID.au is operational today — not a pitch deck, a production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founders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 analyses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Valuations tracked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96112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tools live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SVI scoring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Evidence Vault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Cosmos testnet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36576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In Progress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41148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Valuation engine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Cap table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Pitch + data room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36576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41148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AI providers (failover)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31+ SEO articles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custom analytics events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BlockID.au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   8/12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Covers the Full Lifecycle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920240"/>
                <a:gridCol w="1920240"/>
                <a:gridCol w="19202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BlockID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Carta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Pulley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Equidam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AI Valuation Scoring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Full Report Generation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Cap Table Management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Evidence Vault (live data)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Australian Focus (ESIC, R&amp;D Tax)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Free Tier Available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Blockchain Equity (Roadmap)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Full Startup Lifecycle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371600" y="5303520"/>
            <a:ext cx="914400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5303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Carta: $8K+/yr, US-only | Manual valuation: $5K-$50K, 2-6 weeks | BlockID: Free to start, 60 seconds, full lifecycle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BlockID.au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 9/12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Phases: Idea to IPO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&amp;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&amp; Dollar 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In Progress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&amp; Cap Table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In Progress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 (Cosmos)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Chain Live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&amp; Fundraise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4389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Starting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502920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63040" y="5029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Dividends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Planned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7240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" y="566928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5669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463040" y="5669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Exit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29200" y="5669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Planned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0" y="5669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BlockID.au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   10/12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a Founder Who Knows the Pain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Van Long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technical founder who single-handedly built BlockID.au from concept to live production. Designed the AI engine, built the frontend, configured infrastructure, and shipped — all before seeking external funding.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linkedin.com/in/dovanlong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576072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3716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 C-Suite — 11 Agents, 45+ Skills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0116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20116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955280" y="201168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20116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823960" y="201168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8823960" y="20116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92640" y="201168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9692640" y="20116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561320" y="201168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10561320" y="20116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265176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26517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86600" y="265176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26517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955280" y="265176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26517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23960" y="265176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28" name="Text 26"/>
          <p:cNvSpPr/>
          <p:nvPr/>
        </p:nvSpPr>
        <p:spPr>
          <a:xfrm>
            <a:off x="8823960" y="26517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692640" y="265176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9692640" y="26517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4114800"/>
            <a:ext cx="576072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4206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Key Hires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26480" y="45720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Growth Lead — user acquisition + accelerator partnerships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Blockchain Engineer — Cosmos chain production + smart contracts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BlockID.au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 11/12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ROUND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A$500,000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runway to A$250K ARR and 500 active users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4114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+ Blockchain)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0" y="4114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Growth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303520" y="4114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Infrastructure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06640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06640" y="4114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Compliance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509760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509760" y="4114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great company started exactly where we are. Let's build this together.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Van Long — ceo@longcare.au — blockid.au — linkedin.com/in/dovanlong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9436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Auschain PTY LTD | ACN 659 615 111 | ABN 79 659 615 111 | Sydney, NSW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BlockID.au — Auschain PTY LTD | ACN 659 615 111 | Confidential</a:t>
            </a:r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   12/12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Auschain PTY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BlockID.au Pitch Deck — From Idea to Exit</dc:title>
  <dc:subject>BlockID.au — Antler Pre-Seed Pitch Deck</dc:subject>
  <dc:creator>Do Van Long — BlockID.au</dc:creator>
  <cp:lastModifiedBy>Do Van Long — BlockID.au</cp:lastModifiedBy>
  <cp:revision>1</cp:revision>
  <dcterms:created xsi:type="dcterms:W3CDTF">2026-05-21T20:43:02Z</dcterms:created>
  <dcterms:modified xsi:type="dcterms:W3CDTF">2026-05-21T20:43:02Z</dcterms:modified>
</cp:coreProperties>
</file>